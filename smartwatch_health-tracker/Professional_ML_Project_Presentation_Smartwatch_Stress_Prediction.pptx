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Smartwatch Health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Stress Level Prediction using Machine Learning</a:t>
            </a:r>
            <a:br/>
            <a:r>
              <a:t>Professional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• Increasing stress impacts health and productivity</a:t>
            </a:r>
            <a:br/>
            <a:r>
              <a:t>• Wearables continuously collect health metrics</a:t>
            </a:r>
            <a:br/>
            <a:r>
              <a:t>• Need for intelligent predictive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• Predict stress levels</a:t>
            </a:r>
            <a:br/>
            <a:r>
              <a:t>• Improve preventive healthcare</a:t>
            </a:r>
            <a:br/>
            <a:r>
              <a:t>• Build an end-to-end ML pipeline</a:t>
            </a:r>
            <a:br/>
            <a:r>
              <a:t>• Enable deployment-ready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10,000 records</a:t>
            </a:r>
            <a:br/>
            <a:r>
              <a:t>7 features</a:t>
            </a:r>
            <a:br/>
            <a:r>
              <a:t>Target: Stress Level</a:t>
            </a:r>
            <a:br/>
            <a:r>
              <a:t>Features: Heart Rate, Blood Oxygen, Sleep, Steps,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Missing values</a:t>
            </a:r>
            <a:br/>
            <a:r>
              <a:t>Invalid 'ERROR' values</a:t>
            </a:r>
            <a:br/>
            <a:r>
              <a:t>Category inconsistencies</a:t>
            </a:r>
            <a:br/>
            <a:r>
              <a:t>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Data Ingestion → Cleaning → EDA → Feature Engineering → Train/Test Split → Pipeline → Random Forest → Evaluation →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Include:</a:t>
            </a:r>
            <a:br/>
            <a:r>
              <a:t>• Missing value heatmap</a:t>
            </a:r>
            <a:br/>
            <a:r>
              <a:t>• Histograms</a:t>
            </a:r>
            <a:br/>
            <a:r>
              <a:t>• Correlation matrix</a:t>
            </a:r>
            <a:br/>
            <a:r>
              <a:t>• Stress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Activity Encoding</a:t>
            </a:r>
            <a:br/>
            <a:r>
              <a:t>Sleep Category</a:t>
            </a:r>
            <a:br/>
            <a:r>
              <a:t>One-Hot Encoding</a:t>
            </a:r>
            <a:br/>
            <a:r>
              <a:t>Feature Selection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Random Forest Classifier</a:t>
            </a:r>
            <a:br/>
            <a:r>
              <a:t>Hyperparameter Tuning: GridSearchCV</a:t>
            </a:r>
            <a:br/>
            <a:r>
              <a:t>Metrics: Accuracy, Precision, Recall, F1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Early stress detection</a:t>
            </a:r>
            <a:br/>
            <a:r>
              <a:t>Personalized recommendations</a:t>
            </a:r>
            <a:br/>
            <a:r>
              <a:t>Healthcare analytics</a:t>
            </a:r>
            <a:br/>
            <a:r>
              <a:t>Insurance risk assessment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Smartwatch → API → ML Model → Dashboard / Mobile 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XGBoost</a:t>
            </a:r>
            <a:br/>
            <a:r>
              <a:t>Deep Learning</a:t>
            </a:r>
            <a:br/>
            <a:r>
              <a:t>MLflow</a:t>
            </a:r>
            <a:br/>
            <a:r>
              <a:t>Docker</a:t>
            </a:r>
            <a:br/>
            <a:r>
              <a:t>FastAPI</a:t>
            </a:r>
            <a:br/>
            <a:r>
              <a:t>CI/CD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